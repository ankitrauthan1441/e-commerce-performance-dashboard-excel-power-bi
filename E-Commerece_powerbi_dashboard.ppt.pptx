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7F4"/>
    <a:srgbClr val="008081"/>
    <a:srgbClr val="322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3EA-2CFD-6FFE-26E0-8CB6D485E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DD6E3-1C63-4F9C-7BF2-373883122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09A0A-95DE-AB69-188F-32FB5F2F8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7EF1-2752-4F67-A670-3F73E46F4A1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8EF8B-8559-7C12-B98D-60971888C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CEDB2-162D-0947-384D-A448AFC9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59509-0E6D-4E3A-A302-50791856C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65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28CE0-DBF2-4B94-CF13-CC220E1F8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A9768-E9E7-CA95-4F84-F197F4D06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1832D-E032-4457-6317-ECAD28FD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7EF1-2752-4F67-A670-3F73E46F4A1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9F2CD-06E7-FD8A-861B-C53C392C6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DBC42-0492-65B9-5569-9360862E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59509-0E6D-4E3A-A302-50791856C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542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02D5-B400-1EAC-8865-4AB9EB501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32512-399E-FF97-CD25-B1E84922D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0D199-508B-25A5-DA77-AF7DD2B6E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7EF1-2752-4F67-A670-3F73E46F4A1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155E9-E3EC-05A9-4205-9592AA22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56246-AF2A-81A2-B467-41A3D963F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59509-0E6D-4E3A-A302-50791856C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859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83C85-118E-BBFB-8309-F2B9E797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85AA-7DA2-85EC-3F43-798FF8954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9A8C8-464A-1A16-60A6-959F493CA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4F81E-166A-E49F-9376-EE613E3D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7EF1-2752-4F67-A670-3F73E46F4A1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3FC34-D899-054E-DE1C-518A6D9A2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0D57-4D55-550B-B9C3-E97EC6C09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59509-0E6D-4E3A-A302-50791856C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06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4C21D-D678-C274-F248-F468B0C5E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C1249-9361-29DD-A7EC-BA139C7D6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695DB-910F-40EC-F052-E64164EF2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06A63-3EA7-6146-84F3-D75AC31DCF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A521C-16BA-D907-4E2B-3F78C0448C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BAFEAE-33B0-69B7-D7EE-0BBA62236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7EF1-2752-4F67-A670-3F73E46F4A1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B19169-5968-CCCE-E614-E5FDC69C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DDAC9-F8A2-71A4-FBB5-70CC787C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59509-0E6D-4E3A-A302-50791856C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142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C71E8-4731-8447-35B5-B670C5026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8B44F-32EC-3690-B34C-23B5126B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7EF1-2752-4F67-A670-3F73E46F4A1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84FA0-D8A9-38E2-E2A7-E165DD2C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59C0C-41BC-1FF5-BA3A-6C9B79E3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59509-0E6D-4E3A-A302-50791856C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02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402F8D-7C48-D2D8-CC46-E62F3E14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7EF1-2752-4F67-A670-3F73E46F4A1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6D9DF-CD1E-8331-89E0-4DFF4E0B8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7CF06-FE15-D88F-C537-79EBA5452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59509-0E6D-4E3A-A302-50791856C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720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A0571-1BA1-9366-3DCE-201BED4F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48D32-CF6D-8A48-4F5F-D75C3CEA7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B05EB-B45D-B3D1-A3A0-EA7DA9608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785F2-D580-9D38-EABF-F10BB75BF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7EF1-2752-4F67-A670-3F73E46F4A1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64357-0B3D-ABA7-A26B-FBC27714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DC4D5-2AAA-818F-528B-BE044629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59509-0E6D-4E3A-A302-50791856C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70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244B-F5AA-69D8-B2E5-D403EB5B0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9EF040-F2F7-3F7B-5894-9B422B16A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AD2A1-15A0-DC76-A434-AE0FEB0ED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FCE43-2CAF-8F93-CB3C-9A95094E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7EF1-2752-4F67-A670-3F73E46F4A1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F3C00-7260-CE0A-8252-05A7B19E1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2A32E-FA07-93E9-DB88-BA85E66F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59509-0E6D-4E3A-A302-50791856C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23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AFE3-596E-FC5E-3609-B52235F1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BD2AF-A206-1F01-D18E-B0C3486A6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7F244-9FEE-C175-D3D7-1CA5008ED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7EF1-2752-4F67-A670-3F73E46F4A1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C37E8-78F7-CF26-5965-9A7C95581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30676-CB7F-509D-6A96-9B4F8C48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59509-0E6D-4E3A-A302-50791856C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63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E50E8A-4BCB-C257-BB12-AA1613D5F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FFADD-AE4A-4E44-3BE0-CE06A715D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37FA5-F515-6D01-6746-96E0D89F5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7EF1-2752-4F67-A670-3F73E46F4A1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84F2D-E9E3-1F59-EED5-CE77945D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05BE6-4133-7F50-20DE-721E84599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59509-0E6D-4E3A-A302-50791856C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09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E2E35-6E07-2E81-6C45-E12F8646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042F6-90A9-E866-8CD6-BD71510B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1EC59-0F31-2C3A-F675-918A016A3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D7EF1-2752-4F67-A670-3F73E46F4A1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C2382-94E0-6A84-30CE-26FA85B29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E61FE-325F-A027-B997-DEA3914D3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59509-0E6D-4E3A-A302-50791856C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648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1E4132-ACF0-D6EF-E9C8-6FA4B7FEF891}"/>
              </a:ext>
            </a:extLst>
          </p:cNvPr>
          <p:cNvSpPr/>
          <p:nvPr/>
        </p:nvSpPr>
        <p:spPr>
          <a:xfrm>
            <a:off x="2749938" y="1079656"/>
            <a:ext cx="2252620" cy="1243048"/>
          </a:xfrm>
          <a:prstGeom prst="roundRect">
            <a:avLst>
              <a:gd name="adj" fmla="val 12816"/>
            </a:avLst>
          </a:prstGeom>
          <a:solidFill>
            <a:schemeClr val="accent1"/>
          </a:solidFill>
          <a:ln>
            <a:noFill/>
          </a:ln>
          <a:effectLst>
            <a:outerShdw blurRad="127000" dist="127000" dir="13500000" algn="b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97E548-C24F-D62B-1B4A-535F5232E8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8081">
                  <a:shade val="30000"/>
                  <a:satMod val="115000"/>
                </a:srgbClr>
              </a:gs>
              <a:gs pos="50000">
                <a:srgbClr val="008081">
                  <a:shade val="67500"/>
                  <a:satMod val="115000"/>
                </a:srgbClr>
              </a:gs>
              <a:gs pos="100000">
                <a:srgbClr val="008081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50800" dist="1143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extrusionH="76200">
            <a:bevelT w="127000" h="38100" prst="coolSlant"/>
            <a:bevelB prst="relaxedInset"/>
            <a:extrusionClr>
              <a:srgbClr val="E0F7F4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C52B93-C964-B03D-910E-1E6ACE689792}"/>
              </a:ext>
            </a:extLst>
          </p:cNvPr>
          <p:cNvSpPr/>
          <p:nvPr/>
        </p:nvSpPr>
        <p:spPr>
          <a:xfrm>
            <a:off x="111760" y="1127760"/>
            <a:ext cx="2540000" cy="5648960"/>
          </a:xfrm>
          <a:prstGeom prst="roundRect">
            <a:avLst>
              <a:gd name="adj" fmla="val 3955"/>
            </a:avLst>
          </a:prstGeom>
          <a:gradFill flip="none" rotWithShape="1">
            <a:gsLst>
              <a:gs pos="0">
                <a:srgbClr val="008081">
                  <a:shade val="30000"/>
                  <a:satMod val="115000"/>
                </a:srgbClr>
              </a:gs>
              <a:gs pos="50000">
                <a:srgbClr val="008081">
                  <a:shade val="67500"/>
                  <a:satMod val="115000"/>
                </a:srgbClr>
              </a:gs>
              <a:gs pos="100000">
                <a:srgbClr val="008081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0800" dist="1143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extrusionH="76200">
            <a:bevelT w="127000" h="38100" prst="riblet"/>
            <a:bevelB w="152400" h="50800" prst="softRound"/>
            <a:extrusionClr>
              <a:srgbClr val="E0F7F4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08C0FC-3969-EAAC-69B1-136EB642BFA3}"/>
              </a:ext>
            </a:extLst>
          </p:cNvPr>
          <p:cNvSpPr/>
          <p:nvPr/>
        </p:nvSpPr>
        <p:spPr>
          <a:xfrm>
            <a:off x="111760" y="81280"/>
            <a:ext cx="11924730" cy="906317"/>
          </a:xfrm>
          <a:prstGeom prst="roundRect">
            <a:avLst>
              <a:gd name="adj" fmla="val 12816"/>
            </a:avLst>
          </a:prstGeom>
          <a:solidFill>
            <a:srgbClr val="008081"/>
          </a:solidFill>
          <a:ln w="57150">
            <a:solidFill>
              <a:srgbClr val="E0F7F4"/>
            </a:solidFill>
          </a:ln>
          <a:effectLst/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1CE6100-FD15-3866-5BCC-1FADB2346560}"/>
              </a:ext>
            </a:extLst>
          </p:cNvPr>
          <p:cNvSpPr/>
          <p:nvPr/>
        </p:nvSpPr>
        <p:spPr>
          <a:xfrm>
            <a:off x="2735527" y="2414763"/>
            <a:ext cx="5232817" cy="4361957"/>
          </a:xfrm>
          <a:prstGeom prst="roundRect">
            <a:avLst>
              <a:gd name="adj" fmla="val 2793"/>
            </a:avLst>
          </a:prstGeom>
          <a:gradFill flip="none" rotWithShape="1">
            <a:gsLst>
              <a:gs pos="0">
                <a:srgbClr val="008081">
                  <a:shade val="30000"/>
                  <a:satMod val="115000"/>
                </a:srgbClr>
              </a:gs>
              <a:gs pos="50000">
                <a:srgbClr val="008081">
                  <a:shade val="67500"/>
                  <a:satMod val="115000"/>
                </a:srgbClr>
              </a:gs>
              <a:gs pos="100000">
                <a:srgbClr val="008081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0800" dist="1143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extrusionH="76200">
            <a:bevelT w="127000" h="38100" prst="coolSlant"/>
            <a:bevelB w="152400" h="50800" prst="softRound"/>
            <a:extrusionClr>
              <a:srgbClr val="E0F7F4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305C462-F877-2B16-CD56-D551F9D1226F}"/>
              </a:ext>
            </a:extLst>
          </p:cNvPr>
          <p:cNvSpPr/>
          <p:nvPr/>
        </p:nvSpPr>
        <p:spPr>
          <a:xfrm>
            <a:off x="8088806" y="2430308"/>
            <a:ext cx="4021914" cy="2097218"/>
          </a:xfrm>
          <a:prstGeom prst="roundRect">
            <a:avLst>
              <a:gd name="adj" fmla="val 6773"/>
            </a:avLst>
          </a:prstGeom>
          <a:gradFill flip="none" rotWithShape="1">
            <a:gsLst>
              <a:gs pos="0">
                <a:srgbClr val="008081">
                  <a:shade val="30000"/>
                  <a:satMod val="115000"/>
                </a:srgbClr>
              </a:gs>
              <a:gs pos="50000">
                <a:srgbClr val="008081">
                  <a:shade val="67500"/>
                  <a:satMod val="115000"/>
                </a:srgbClr>
              </a:gs>
              <a:gs pos="100000">
                <a:srgbClr val="008081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0800" dist="1143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extrusionH="76200">
            <a:bevelT w="127000" h="38100" prst="coolSlant"/>
            <a:bevelB w="152400" h="50800" prst="softRound"/>
            <a:extrusionClr>
              <a:srgbClr val="E0F7F4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BA49E4-6100-9819-4416-C39921769F08}"/>
              </a:ext>
            </a:extLst>
          </p:cNvPr>
          <p:cNvSpPr/>
          <p:nvPr/>
        </p:nvSpPr>
        <p:spPr>
          <a:xfrm>
            <a:off x="8088806" y="4673179"/>
            <a:ext cx="4021914" cy="2132982"/>
          </a:xfrm>
          <a:prstGeom prst="roundRect">
            <a:avLst>
              <a:gd name="adj" fmla="val 6773"/>
            </a:avLst>
          </a:prstGeom>
          <a:gradFill flip="none" rotWithShape="1">
            <a:gsLst>
              <a:gs pos="0">
                <a:srgbClr val="008081">
                  <a:shade val="30000"/>
                  <a:satMod val="115000"/>
                </a:srgbClr>
              </a:gs>
              <a:gs pos="50000">
                <a:srgbClr val="008081">
                  <a:shade val="67500"/>
                  <a:satMod val="115000"/>
                </a:srgbClr>
              </a:gs>
              <a:gs pos="100000">
                <a:srgbClr val="008081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0800" dist="1143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extrusionH="76200">
            <a:bevelT w="127000" h="38100" prst="coolSlant"/>
            <a:bevelB w="152400" h="50800" prst="softRound"/>
            <a:extrusionClr>
              <a:srgbClr val="E0F7F4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458C69-862C-E2FD-0564-42D2016CFB90}"/>
              </a:ext>
            </a:extLst>
          </p:cNvPr>
          <p:cNvSpPr/>
          <p:nvPr/>
        </p:nvSpPr>
        <p:spPr>
          <a:xfrm>
            <a:off x="2769429" y="1087428"/>
            <a:ext cx="2252620" cy="1243048"/>
          </a:xfrm>
          <a:prstGeom prst="roundRect">
            <a:avLst>
              <a:gd name="adj" fmla="val 12816"/>
            </a:avLst>
          </a:prstGeom>
          <a:gradFill flip="none" rotWithShape="1">
            <a:gsLst>
              <a:gs pos="0">
                <a:srgbClr val="008081">
                  <a:shade val="30000"/>
                  <a:satMod val="115000"/>
                </a:srgbClr>
              </a:gs>
              <a:gs pos="50000">
                <a:srgbClr val="008081">
                  <a:shade val="67500"/>
                  <a:satMod val="115000"/>
                </a:srgbClr>
              </a:gs>
              <a:gs pos="100000">
                <a:srgbClr val="008081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0800" dist="1143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extrusionH="76200">
            <a:bevelT w="127000" h="38100" prst="riblet"/>
            <a:bevelB w="152400" h="50800" prst="softRound"/>
            <a:extrusionClr>
              <a:srgbClr val="E0F7F4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B0E3A4B-1275-447D-A0D3-D7D7FFDFF21A}"/>
              </a:ext>
            </a:extLst>
          </p:cNvPr>
          <p:cNvSpPr/>
          <p:nvPr/>
        </p:nvSpPr>
        <p:spPr>
          <a:xfrm>
            <a:off x="5157209" y="1087428"/>
            <a:ext cx="2252620" cy="1243048"/>
          </a:xfrm>
          <a:prstGeom prst="roundRect">
            <a:avLst>
              <a:gd name="adj" fmla="val 12816"/>
            </a:avLst>
          </a:prstGeom>
          <a:gradFill flip="none" rotWithShape="1">
            <a:gsLst>
              <a:gs pos="0">
                <a:srgbClr val="008081">
                  <a:shade val="30000"/>
                  <a:satMod val="115000"/>
                </a:srgbClr>
              </a:gs>
              <a:gs pos="50000">
                <a:srgbClr val="008081">
                  <a:shade val="67500"/>
                  <a:satMod val="115000"/>
                </a:srgbClr>
              </a:gs>
              <a:gs pos="100000">
                <a:srgbClr val="008081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0800" dist="1143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extrusionH="76200">
            <a:bevelT w="127000" h="38100" prst="riblet"/>
            <a:bevelB w="152400" h="50800" prst="softRound"/>
            <a:extrusionClr>
              <a:srgbClr val="E0F7F4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18B23B5-DB7A-B241-C91B-D3B868913D6B}"/>
              </a:ext>
            </a:extLst>
          </p:cNvPr>
          <p:cNvSpPr/>
          <p:nvPr/>
        </p:nvSpPr>
        <p:spPr>
          <a:xfrm>
            <a:off x="7544989" y="1087428"/>
            <a:ext cx="2252620" cy="1243048"/>
          </a:xfrm>
          <a:prstGeom prst="roundRect">
            <a:avLst>
              <a:gd name="adj" fmla="val 12816"/>
            </a:avLst>
          </a:prstGeom>
          <a:gradFill flip="none" rotWithShape="1">
            <a:gsLst>
              <a:gs pos="0">
                <a:srgbClr val="008081">
                  <a:shade val="30000"/>
                  <a:satMod val="115000"/>
                </a:srgbClr>
              </a:gs>
              <a:gs pos="50000">
                <a:srgbClr val="008081">
                  <a:shade val="67500"/>
                  <a:satMod val="115000"/>
                </a:srgbClr>
              </a:gs>
              <a:gs pos="100000">
                <a:srgbClr val="008081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0800" dist="1143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extrusionH="76200">
            <a:bevelT w="127000" h="38100" prst="riblet"/>
            <a:bevelB w="152400" h="50800" prst="softRound"/>
            <a:extrusionClr>
              <a:srgbClr val="E0F7F4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66FF853-BE1B-245A-D542-518DA97C87E4}"/>
              </a:ext>
            </a:extLst>
          </p:cNvPr>
          <p:cNvSpPr/>
          <p:nvPr/>
        </p:nvSpPr>
        <p:spPr>
          <a:xfrm>
            <a:off x="9932768" y="1087428"/>
            <a:ext cx="2177951" cy="1243048"/>
          </a:xfrm>
          <a:prstGeom prst="roundRect">
            <a:avLst>
              <a:gd name="adj" fmla="val 12816"/>
            </a:avLst>
          </a:prstGeom>
          <a:gradFill flip="none" rotWithShape="1">
            <a:gsLst>
              <a:gs pos="0">
                <a:srgbClr val="008081">
                  <a:shade val="30000"/>
                  <a:satMod val="115000"/>
                </a:srgbClr>
              </a:gs>
              <a:gs pos="50000">
                <a:srgbClr val="008081">
                  <a:shade val="67500"/>
                  <a:satMod val="115000"/>
                </a:srgbClr>
              </a:gs>
              <a:gs pos="100000">
                <a:srgbClr val="008081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0800" dist="1143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extrusionH="76200">
            <a:bevelT w="127000" h="38100" prst="riblet"/>
            <a:bevelB w="152400" h="50800" prst="softRound"/>
            <a:extrusionClr>
              <a:srgbClr val="E0F7F4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1218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ankgaming81@gmail.com</dc:creator>
  <cp:lastModifiedBy>ankgaming81@gmail.com</cp:lastModifiedBy>
  <cp:revision>3</cp:revision>
  <dcterms:created xsi:type="dcterms:W3CDTF">2026-05-29T08:30:51Z</dcterms:created>
  <dcterms:modified xsi:type="dcterms:W3CDTF">2026-05-31T10:02:37Z</dcterms:modified>
</cp:coreProperties>
</file>